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3ED59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04 · AI FINANCE CONTROLLER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Controller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Reconciliation Agent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Deterministic-first reconciliation across ledger, settlement, and bank —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confidence-gated AI agent for genuine ambiguity.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760720"/>
            <a:ext cx="82296" cy="502920"/>
          </a:xfrm>
          <a:prstGeom prst="rect">
            <a:avLst/>
          </a:prstGeom>
          <a:solidFill>
            <a:srgbClr val="3ED598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5742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Shansree 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60167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Sarathy Institute of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Reconciliation is never just two files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reports, internal ledgers, and bank statements rarely agree —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money can go missing between ANY two of the three, not just one.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finance teams still reconcile these by hand, two files at a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154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Report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Razorpay-style payout records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amount, fee, tax, UTR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28346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3154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2628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Ledger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4206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Order-level source of truth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amount, refund, status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55280" y="28346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5320" y="3154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0" y="4206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money actually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land? Third-party proof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532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tools check two files. We check all three.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Controller — Reconciliation Agent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46504"/>
            <a:ext cx="292608" cy="292608"/>
          </a:xfrm>
          <a:prstGeom prst="ellipse">
            <a:avLst/>
          </a:prstGeom>
          <a:solidFill>
            <a:srgbClr val="3ED59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746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matcher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26280" y="169164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clear cases with plain rules — zero AI cost, zero hallucination risk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523744"/>
            <a:ext cx="292608" cy="292608"/>
          </a:xfrm>
          <a:prstGeom prst="ellipse">
            <a:avLst/>
          </a:prstGeom>
          <a:solidFill>
            <a:srgbClr val="3ED59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468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reasoning agent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4688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engaged for genuine ambiguity — partial refunds, split payouts, rounding gaps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300984"/>
            <a:ext cx="292608" cy="292608"/>
          </a:xfrm>
          <a:prstGeom prst="ellipse">
            <a:avLst/>
          </a:prstGeom>
          <a:solidFill>
            <a:srgbClr val="3ED59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300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246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6280" y="32461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proposes; it never decides. Below 0.7 confidence, a human reviews 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078224"/>
            <a:ext cx="292608" cy="292608"/>
          </a:xfrm>
          <a:prstGeom prst="ellipse">
            <a:avLst/>
          </a:prstGeom>
          <a:solidFill>
            <a:srgbClr val="3ED598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023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check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26280" y="402336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↔ settlement ↔ bank statement — not just a two-file comparison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4855464"/>
            <a:ext cx="292608" cy="292608"/>
          </a:xfrm>
          <a:prstGeom prst="ellipse">
            <a:avLst/>
          </a:prstGeom>
          <a:solidFill>
            <a:srgbClr val="3ED598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855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800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exception list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26280" y="480060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unresolved row carries a specific, human-readable reason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Controller — Reconciliation Agent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first. Agent second. Human last.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13283C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167128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 Sources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· Ledger · Bank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33472" y="25146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34640" y="196596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13283C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2167128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26517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Matcher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71800" y="31546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ID + amount, pandas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9472" y="25146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120640" y="196596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13283C"/>
          </a:solidFill>
          <a:ln w="15875">
            <a:solidFill>
              <a:srgbClr val="6C8C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2167128"/>
            <a:ext cx="347472" cy="347472"/>
          </a:xfrm>
          <a:prstGeom prst="ellipse">
            <a:avLst/>
          </a:prstGeom>
          <a:solidFill>
            <a:srgbClr val="6C8CBF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57800" y="26517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Agent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57800" y="31546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about the gap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05472" y="25146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8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06640" y="196596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13283C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75320" y="2167128"/>
            <a:ext cx="347472" cy="34747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8275320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43800" y="26517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 0.7?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43800" y="31546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before trust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491472" y="25146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692640" y="196596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13283C"/>
          </a:solidFill>
          <a:ln w="15875">
            <a:solidFill>
              <a:srgbClr val="3ED59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2167128"/>
            <a:ext cx="347472" cy="347472"/>
          </a:xfrm>
          <a:prstGeom prst="ellipse">
            <a:avLst/>
          </a:prstGeom>
          <a:solidFill>
            <a:srgbClr val="3ED598"/>
          </a:solidFill>
          <a:ln/>
        </p:spPr>
      </p:sp>
      <p:sp>
        <p:nvSpPr>
          <p:cNvPr id="30" name="Text 28"/>
          <p:cNvSpPr/>
          <p:nvPr/>
        </p:nvSpPr>
        <p:spPr>
          <a:xfrm>
            <a:off x="10561320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829800" y="26517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/ Exception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829800" y="31546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outcome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16052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3283C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43708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3ED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never touches the ledger directly.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68680" y="4846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proposes a classification — the confidence gate decides what's trusted. Bounded, gated, and fully explainable, end to end.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Controller — Reconciliation Agent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numbers, from a real run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031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ED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90.6%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5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accuracy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8745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21031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26280" y="31089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5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matches — zero AI cost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8745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21031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ED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275320" y="31089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5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— nothing missed silently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confirmation (three-way check)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B1C2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709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D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8640" y="51663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37560" y="46177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B1C2C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4709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D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337560" y="51663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Unconfirmed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46177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B1C2C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4709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D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26480" y="51663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entry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15400" y="46177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B1C2C"/>
          </a:solidFill>
          <a:ln/>
        </p:spPr>
      </p:sp>
      <p:sp>
        <p:nvSpPr>
          <p:cNvPr id="24" name="Text 22"/>
          <p:cNvSpPr/>
          <p:nvPr/>
        </p:nvSpPr>
        <p:spPr>
          <a:xfrm>
            <a:off x="8915400" y="4709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D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915400" y="51663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mismatch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Controller — Reconciliation Agent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JUDGMENT IN 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case a rules engine alone can't solve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order was settled across TWO separate settlement rows — a legitimate split payout.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surface, this looks identical to a duplicate-settlement error.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064240" cy="2331720"/>
          </a:xfrm>
          <a:prstGeom prst="roundRect">
            <a:avLst>
              <a:gd name="adj" fmla="val 3922"/>
            </a:avLst>
          </a:prstGeom>
          <a:solidFill>
            <a:srgbClr val="13283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697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response (verbatim)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"decision":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"MATCH",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"reason":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two settlement amounts sum exactly to the ledger
total, consistent with a legitimate split payout rather
than a duplicate or error.",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"confidence":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ED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074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3ED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 judgment call a deterministic-only system genuinely cannot make.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Controller — Reconciliation Agent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BY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can't fail like a chatbot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dropped API call still has to leave the books in a consistent, auditable state.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560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backoff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retry attempt with exponential delay before falling back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3317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560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0" y="30632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agent call becomes a clean, readable exception — never a crash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23317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66760" y="2560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Tested, not claimed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366760" y="30632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via a simulated full-outage test, run and passing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0B1C2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8920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3ED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a crash. Never a silent guess.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8680" y="53492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mode below was hit for real during development — not staged for this deck.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Controller — Reconciliation Agent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BUILD STORY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we hit — and how we solved them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BEAE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64792"/>
            <a:ext cx="292608" cy="292608"/>
          </a:xfrm>
          <a:prstGeom prst="ellipse">
            <a:avLst/>
          </a:prstGeom>
          <a:solidFill>
            <a:srgbClr val="F26D6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64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6916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burned our entire student credit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 Managed Compute deployment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0760" y="160020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E7F7EF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764792"/>
            <a:ext cx="292608" cy="292608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764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20840" y="16916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Gemini's free tier within hours —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logic itself is provider-agnostic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BEAE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999232"/>
            <a:ext cx="292608" cy="292608"/>
          </a:xfrm>
          <a:prstGeom prst="ellipse">
            <a:avLst/>
          </a:prstGeom>
          <a:solidFill>
            <a:srgbClr val="F26D6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9260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Gemini's free tier hit its daily rate limit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mid-development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283464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E7F7EF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2999232"/>
            <a:ext cx="292608" cy="292608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20840" y="29260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retry + graceful degradation —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a real outage into a tested feature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BEAE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233672"/>
            <a:ext cx="292608" cy="292608"/>
          </a:xfrm>
          <a:prstGeom prst="ellipse">
            <a:avLst/>
          </a:prstGeom>
          <a:solidFill>
            <a:srgbClr val="F26D6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41605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code called the agent TWICE per row,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doubling API cost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80760" y="406908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E7F7EF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4233672"/>
            <a:ext cx="292608" cy="292608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20840" y="41605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via a fresh-clone test before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— merged into one clean loop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3035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BEAEA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5468112"/>
            <a:ext cx="292608" cy="292608"/>
          </a:xfrm>
          <a:prstGeom prst="ellipse">
            <a:avLst/>
          </a:prstGeom>
          <a:solidFill>
            <a:srgbClr val="F26D6D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468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88720" y="53949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indentation bug would have crashed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pipeline outright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080760" y="53035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E7F7EF"/>
          </a:solidFill>
          <a:ln/>
        </p:spPr>
      </p:sp>
      <p:sp>
        <p:nvSpPr>
          <p:cNvPr id="33" name="Shape 31"/>
          <p:cNvSpPr/>
          <p:nvPr/>
        </p:nvSpPr>
        <p:spPr>
          <a:xfrm>
            <a:off x="6263640" y="5468112"/>
            <a:ext cx="292608" cy="292608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5468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20840" y="53949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the same testing discipline,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before it reached a judge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Controller — Reconciliation Agent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"how much can the LLM do" —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"how little does it need to, safely"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5349240" cy="2377440"/>
          </a:xfrm>
          <a:prstGeom prst="roundRect">
            <a:avLst>
              <a:gd name="adj" fmla="val 3846"/>
            </a:avLst>
          </a:prstGeom>
          <a:solidFill>
            <a:srgbClr val="1328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9718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ED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58.9%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records never touch the AI at all —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by plain, auditable rules.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80760" y="2743200"/>
            <a:ext cx="5532120" cy="2377440"/>
          </a:xfrm>
          <a:prstGeom prst="roundRect">
            <a:avLst>
              <a:gd name="adj" fmla="val 3846"/>
            </a:avLst>
          </a:prstGeom>
          <a:solidFill>
            <a:srgbClr val="13283C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2971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41.1%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355080" y="3977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real agent reasoning — bounded,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confidence-gated, and auditable at every step.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Controller — Reconciliation Agent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first.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only for genuine ambiguity.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Confidence-gated before anything is trusted.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D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against real failures — not staged ones.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4846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Shansree K  ·  github.com/shansree-z/Finance-Controller-Multi-Source-Reconciliation-Agent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2026-08-22T15:29:00Z</dcterms:created>
  <dcterms:modified xsi:type="dcterms:W3CDTF">2026-08-22T15:29:00Z</dcterms:modified>
</cp:coreProperties>
</file>